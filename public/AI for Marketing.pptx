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380"/>
    <p:restoredTop sz="94532"/>
  </p:normalViewPr>
  <p:slideViewPr>
    <p:cSldViewPr snapToGrid="0">
      <p:cViewPr varScale="1">
        <p:scale>
          <a:sx n="79" d="100"/>
          <a:sy n="79" d="100"/>
        </p:scale>
        <p:origin x="216" y="94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A01ADF-EF1C-7B4E-B262-BEEBC3A90753}" type="datetimeFigureOut">
              <a:rPr lang="en-US" smtClean="0"/>
              <a:t>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117D87-82DB-F840-B358-57CA4CEABE4B}" type="slidenum">
              <a:rPr lang="en-US" smtClean="0"/>
              <a:t>‹#›</a:t>
            </a:fld>
            <a:endParaRPr lang="en-US"/>
          </a:p>
        </p:txBody>
      </p:sp>
    </p:spTree>
    <p:extLst>
      <p:ext uri="{BB962C8B-B14F-4D97-AF65-F5344CB8AC3E}">
        <p14:creationId xmlns:p14="http://schemas.microsoft.com/office/powerpoint/2010/main" val="855715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2/3/26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6399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0975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3942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2/3/26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27755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8310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17860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8546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714683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2/3/26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53180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2/3/26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986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5601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82546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3226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04258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74635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2/3/26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62641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2/3/26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97007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2/3/26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341966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2/3/26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7496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8593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2/3/26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85927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24564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2/3/26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661726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2/3/26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11291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2/3/26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30735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13097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2/3/26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993025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2/3/26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969956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2/3/26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737014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77746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22985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87061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2/3/26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489539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2/3/26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556037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2/3/26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6290674"/>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2/3/26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96144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2/3/26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61122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2/3/26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81952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2/3/26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922765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2/3/26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7657599"/>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2/3/26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27012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28053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2/3/26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97986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963900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2/3/26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086247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2/3/26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82185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2/3/26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20686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627363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8713964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2/3/26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061084088"/>
      </p:ext>
    </p:extLst>
  </p:cSld>
  <p:clrMap bg1="lt1" tx1="dk1" bg2="lt2" tx2="dk2" accent1="accent1" accent2="accent2" accent3="accent3" accent4="accent4" accent5="accent5" accent6="accent6" hlink="hlink" folHlink="folHlink"/>
  <p:sldLayoutIdLst>
    <p:sldLayoutId id="2147483750"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49"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08DAE-E814-8764-8746-494BEB0D4BAA}"/>
              </a:ext>
            </a:extLst>
          </p:cNvPr>
          <p:cNvSpPr>
            <a:spLocks noGrp="1"/>
          </p:cNvSpPr>
          <p:nvPr>
            <p:ph type="ctrTitle"/>
          </p:nvPr>
        </p:nvSpPr>
        <p:spPr>
          <a:xfrm>
            <a:off x="365760" y="5218032"/>
            <a:ext cx="11460480" cy="786384"/>
          </a:xfrm>
        </p:spPr>
        <p:txBody>
          <a:bodyPr anchor="b">
            <a:normAutofit/>
          </a:bodyPr>
          <a:lstStyle/>
          <a:p>
            <a:r>
              <a:rPr lang="en-US" dirty="0"/>
              <a:t>Leverage AI In Product Management</a:t>
            </a:r>
          </a:p>
        </p:txBody>
      </p:sp>
      <p:sp>
        <p:nvSpPr>
          <p:cNvPr id="3" name="Subtitle 2">
            <a:extLst>
              <a:ext uri="{FF2B5EF4-FFF2-40B4-BE49-F238E27FC236}">
                <a16:creationId xmlns:a16="http://schemas.microsoft.com/office/drawing/2014/main" id="{53427DDA-4438-FA3D-F40E-152AA0CC40F3}"/>
              </a:ext>
            </a:extLst>
          </p:cNvPr>
          <p:cNvSpPr>
            <a:spLocks noGrp="1"/>
          </p:cNvSpPr>
          <p:nvPr>
            <p:ph type="subTitle" idx="1"/>
          </p:nvPr>
        </p:nvSpPr>
        <p:spPr>
          <a:xfrm>
            <a:off x="365760" y="5972629"/>
            <a:ext cx="11460480" cy="480373"/>
          </a:xfrm>
        </p:spPr>
        <p:txBody>
          <a:bodyPr>
            <a:normAutofit/>
          </a:bodyPr>
          <a:lstStyle/>
          <a:p>
            <a:r>
              <a:rPr lang="en-US" dirty="0"/>
              <a:t>How AI Technologies Can Improve Productivity of Daily PM Activities</a:t>
            </a:r>
          </a:p>
        </p:txBody>
      </p:sp>
      <p:sp>
        <p:nvSpPr>
          <p:cNvPr id="8" name="Picture Placeholder 3">
            <a:extLst>
              <a:ext uri="{FF2B5EF4-FFF2-40B4-BE49-F238E27FC236}">
                <a16:creationId xmlns:a16="http://schemas.microsoft.com/office/drawing/2014/main" id="{C7895C04-CFB2-AFF9-13C2-C9352ED6FD6C}"/>
              </a:ext>
            </a:extLst>
          </p:cNvPr>
          <p:cNvSpPr>
            <a:spLocks noGrp="1"/>
          </p:cNvSpPr>
          <p:nvPr>
            <p:ph type="pic" sz="quarter" idx="13"/>
          </p:nvPr>
        </p:nvSpPr>
        <p:spPr>
          <a:xfrm>
            <a:off x="0" y="0"/>
            <a:ext cx="12191999" cy="4986425"/>
          </a:xfrm>
        </p:spPr>
        <p:txBody>
          <a:bodyPr/>
          <a:lstStyle/>
          <a:p>
            <a:endParaRPr lang="en-US"/>
          </a:p>
        </p:txBody>
      </p:sp>
    </p:spTree>
    <p:extLst>
      <p:ext uri="{BB962C8B-B14F-4D97-AF65-F5344CB8AC3E}">
        <p14:creationId xmlns:p14="http://schemas.microsoft.com/office/powerpoint/2010/main" val="4081325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D985B-4653-DFA0-954D-FE8586504C8F}"/>
              </a:ext>
            </a:extLst>
          </p:cNvPr>
          <p:cNvSpPr>
            <a:spLocks noGrp="1"/>
          </p:cNvSpPr>
          <p:nvPr>
            <p:ph type="title"/>
          </p:nvPr>
        </p:nvSpPr>
        <p:spPr/>
        <p:txBody>
          <a:bodyPr/>
          <a:lstStyle/>
          <a:p>
            <a:r>
              <a:rPr lang="en-US" dirty="0"/>
              <a:t>How I Got Started with the Project</a:t>
            </a:r>
          </a:p>
        </p:txBody>
      </p:sp>
      <p:sp>
        <p:nvSpPr>
          <p:cNvPr id="3" name="Content Placeholder 2">
            <a:extLst>
              <a:ext uri="{FF2B5EF4-FFF2-40B4-BE49-F238E27FC236}">
                <a16:creationId xmlns:a16="http://schemas.microsoft.com/office/drawing/2014/main" id="{8051FD3E-8E0F-D97B-32E4-A174BDA6F637}"/>
              </a:ext>
            </a:extLst>
          </p:cNvPr>
          <p:cNvSpPr>
            <a:spLocks noGrp="1"/>
          </p:cNvSpPr>
          <p:nvPr>
            <p:ph idx="1"/>
          </p:nvPr>
        </p:nvSpPr>
        <p:spPr/>
        <p:txBody>
          <a:bodyPr>
            <a:normAutofit/>
          </a:bodyPr>
          <a:lstStyle/>
          <a:p>
            <a:pPr marL="0" indent="0">
              <a:buNone/>
            </a:pPr>
            <a:r>
              <a:rPr lang="en-US" dirty="0"/>
              <a:t>My prompt to Claude Code:</a:t>
            </a:r>
          </a:p>
          <a:p>
            <a:pPr marL="0" indent="0">
              <a:buNone/>
            </a:pPr>
            <a:r>
              <a:rPr lang="en-US" i="1" dirty="0"/>
              <a:t>I am going to create a 1-hour long presentation to share with my team on how to use AI to improve productivity in Product Management roles. Our daily work involves creating product presentations and marketing collaterals (blogs, videos </a:t>
            </a:r>
            <a:r>
              <a:rPr lang="en-US" i="1" dirty="0" err="1"/>
              <a:t>etc</a:t>
            </a:r>
            <a:r>
              <a:rPr lang="en-US" i="1" dirty="0"/>
              <a:t>), making product &amp; packaging analysis and decisions, analyzing business data, meeting with internal teams and external customers. I would like to have you give me a plan on the content I should include in my presentation. I would also like you to point out AI tools I should explore to see if they can help with the tasks we have daily. Rank the tools you recommend and provide web link.</a:t>
            </a:r>
          </a:p>
          <a:p>
            <a:endParaRPr lang="en-US" dirty="0"/>
          </a:p>
        </p:txBody>
      </p:sp>
    </p:spTree>
    <p:extLst>
      <p:ext uri="{BB962C8B-B14F-4D97-AF65-F5344CB8AC3E}">
        <p14:creationId xmlns:p14="http://schemas.microsoft.com/office/powerpoint/2010/main" val="2629553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paper with black text&#10;&#10;AI-generated content may be incorrect.">
            <a:extLst>
              <a:ext uri="{FF2B5EF4-FFF2-40B4-BE49-F238E27FC236}">
                <a16:creationId xmlns:a16="http://schemas.microsoft.com/office/drawing/2014/main" id="{22117AAA-15D5-22CC-87D7-33EF5B5C8D9E}"/>
              </a:ext>
            </a:extLst>
          </p:cNvPr>
          <p:cNvPicPr>
            <a:picLocks noGrp="1" noChangeAspect="1"/>
          </p:cNvPicPr>
          <p:nvPr>
            <p:ph idx="1"/>
          </p:nvPr>
        </p:nvPicPr>
        <p:blipFill>
          <a:blip r:embed="rId2"/>
          <a:stretch>
            <a:fillRect/>
          </a:stretch>
        </p:blipFill>
        <p:spPr>
          <a:xfrm>
            <a:off x="345890" y="1401102"/>
            <a:ext cx="5067300" cy="3543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descr="A screenshot of a computer&#10;&#10;AI-generated content may be incorrect.">
            <a:extLst>
              <a:ext uri="{FF2B5EF4-FFF2-40B4-BE49-F238E27FC236}">
                <a16:creationId xmlns:a16="http://schemas.microsoft.com/office/drawing/2014/main" id="{A2C02F46-3E41-EC24-5EC3-30007E1978B4}"/>
              </a:ext>
            </a:extLst>
          </p:cNvPr>
          <p:cNvPicPr>
            <a:picLocks noChangeAspect="1"/>
          </p:cNvPicPr>
          <p:nvPr/>
        </p:nvPicPr>
        <p:blipFill>
          <a:blip r:embed="rId3"/>
          <a:stretch>
            <a:fillRect/>
          </a:stretch>
        </p:blipFill>
        <p:spPr>
          <a:xfrm>
            <a:off x="5659902" y="327952"/>
            <a:ext cx="5105400" cy="284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descr="A white box with black text&#10;&#10;AI-generated content may be incorrect.">
            <a:extLst>
              <a:ext uri="{FF2B5EF4-FFF2-40B4-BE49-F238E27FC236}">
                <a16:creationId xmlns:a16="http://schemas.microsoft.com/office/drawing/2014/main" id="{646E93FE-2C60-4E1B-372C-7C9F97DCC150}"/>
              </a:ext>
            </a:extLst>
          </p:cNvPr>
          <p:cNvPicPr>
            <a:picLocks noChangeAspect="1"/>
          </p:cNvPicPr>
          <p:nvPr/>
        </p:nvPicPr>
        <p:blipFill>
          <a:blip r:embed="rId4"/>
          <a:stretch>
            <a:fillRect/>
          </a:stretch>
        </p:blipFill>
        <p:spPr>
          <a:xfrm>
            <a:off x="5685302" y="3429000"/>
            <a:ext cx="5054600" cy="2832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28028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paper with black text&#10;&#10;AI-generated content may be incorrect.">
            <a:extLst>
              <a:ext uri="{FF2B5EF4-FFF2-40B4-BE49-F238E27FC236}">
                <a16:creationId xmlns:a16="http://schemas.microsoft.com/office/drawing/2014/main" id="{398C9B9C-4E22-43F1-90FC-8AF1392B8D27}"/>
              </a:ext>
            </a:extLst>
          </p:cNvPr>
          <p:cNvPicPr>
            <a:picLocks noChangeAspect="1"/>
          </p:cNvPicPr>
          <p:nvPr/>
        </p:nvPicPr>
        <p:blipFill>
          <a:blip r:embed="rId2"/>
          <a:stretch>
            <a:fillRect/>
          </a:stretch>
        </p:blipFill>
        <p:spPr>
          <a:xfrm>
            <a:off x="3797300" y="3725940"/>
            <a:ext cx="4597400" cy="2997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descr="A screenshot of a computer&#10;&#10;AI-generated content may be incorrect.">
            <a:extLst>
              <a:ext uri="{FF2B5EF4-FFF2-40B4-BE49-F238E27FC236}">
                <a16:creationId xmlns:a16="http://schemas.microsoft.com/office/drawing/2014/main" id="{00845F5B-CF50-D99D-FC8E-2528FFB696CC}"/>
              </a:ext>
            </a:extLst>
          </p:cNvPr>
          <p:cNvPicPr>
            <a:picLocks noChangeAspect="1"/>
          </p:cNvPicPr>
          <p:nvPr/>
        </p:nvPicPr>
        <p:blipFill>
          <a:blip r:embed="rId3"/>
          <a:stretch>
            <a:fillRect/>
          </a:stretch>
        </p:blipFill>
        <p:spPr>
          <a:xfrm>
            <a:off x="6395916" y="341970"/>
            <a:ext cx="5463149" cy="33148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descr="A screenshot of a computer&#10;&#10;AI-generated content may be incorrect.">
            <a:extLst>
              <a:ext uri="{FF2B5EF4-FFF2-40B4-BE49-F238E27FC236}">
                <a16:creationId xmlns:a16="http://schemas.microsoft.com/office/drawing/2014/main" id="{B2B06DA3-0601-DDDC-5048-ADCFB784041E}"/>
              </a:ext>
            </a:extLst>
          </p:cNvPr>
          <p:cNvPicPr>
            <a:picLocks noChangeAspect="1"/>
          </p:cNvPicPr>
          <p:nvPr/>
        </p:nvPicPr>
        <p:blipFill>
          <a:blip r:embed="rId4"/>
          <a:stretch>
            <a:fillRect/>
          </a:stretch>
        </p:blipFill>
        <p:spPr>
          <a:xfrm>
            <a:off x="88900" y="354819"/>
            <a:ext cx="6007100" cy="330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53674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07BE5-8903-F543-7FCA-CC6C0B382AC1}"/>
              </a:ext>
            </a:extLst>
          </p:cNvPr>
          <p:cNvSpPr>
            <a:spLocks noGrp="1"/>
          </p:cNvSpPr>
          <p:nvPr>
            <p:ph type="title"/>
          </p:nvPr>
        </p:nvSpPr>
        <p:spPr/>
        <p:txBody>
          <a:bodyPr/>
          <a:lstStyle/>
          <a:p>
            <a:r>
              <a:rPr lang="en-US" dirty="0"/>
              <a:t>Then I asked Codex to Provide Feedback</a:t>
            </a:r>
          </a:p>
        </p:txBody>
      </p:sp>
      <p:pic>
        <p:nvPicPr>
          <p:cNvPr id="5" name="Content Placeholder 4" descr="A white paper with black text&#10;&#10;AI-generated content may be incorrect.">
            <a:extLst>
              <a:ext uri="{FF2B5EF4-FFF2-40B4-BE49-F238E27FC236}">
                <a16:creationId xmlns:a16="http://schemas.microsoft.com/office/drawing/2014/main" id="{C80EA02E-B7C5-418D-1A52-1EBBF2453680}"/>
              </a:ext>
            </a:extLst>
          </p:cNvPr>
          <p:cNvPicPr>
            <a:picLocks noGrp="1" noChangeAspect="1"/>
          </p:cNvPicPr>
          <p:nvPr>
            <p:ph idx="1"/>
          </p:nvPr>
        </p:nvPicPr>
        <p:blipFill>
          <a:blip r:embed="rId2"/>
          <a:stretch>
            <a:fillRect/>
          </a:stretch>
        </p:blipFill>
        <p:spPr>
          <a:xfrm>
            <a:off x="5702105" y="1392531"/>
            <a:ext cx="4837704" cy="50586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F069AA57-D766-2B62-A9FE-5D5B4B4055EE}"/>
              </a:ext>
            </a:extLst>
          </p:cNvPr>
          <p:cNvSpPr txBox="1"/>
          <p:nvPr/>
        </p:nvSpPr>
        <p:spPr>
          <a:xfrm>
            <a:off x="1113344" y="3019251"/>
            <a:ext cx="3862344" cy="1200329"/>
          </a:xfrm>
          <a:prstGeom prst="rect">
            <a:avLst/>
          </a:prstGeom>
          <a:noFill/>
        </p:spPr>
        <p:txBody>
          <a:bodyPr wrap="square" rtlCol="0">
            <a:spAutoFit/>
          </a:bodyPr>
          <a:lstStyle/>
          <a:p>
            <a:r>
              <a:rPr lang="en-US" dirty="0"/>
              <a:t>As usual, Codex is very thorough…</a:t>
            </a:r>
          </a:p>
          <a:p>
            <a:endParaRPr lang="en-US" dirty="0"/>
          </a:p>
          <a:p>
            <a:r>
              <a:rPr lang="en-US" dirty="0"/>
              <a:t>So I asked Codex to interview me to create a customized list…</a:t>
            </a:r>
          </a:p>
        </p:txBody>
      </p:sp>
    </p:spTree>
    <p:extLst>
      <p:ext uri="{BB962C8B-B14F-4D97-AF65-F5344CB8AC3E}">
        <p14:creationId xmlns:p14="http://schemas.microsoft.com/office/powerpoint/2010/main" val="2133990767"/>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9892</TotalTime>
  <Words>175</Words>
  <Application>Microsoft Macintosh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Neue Haas Grotesk Text Pro</vt:lpstr>
      <vt:lpstr>Helena</vt:lpstr>
      <vt:lpstr>Leverage AI In Product Management</vt:lpstr>
      <vt:lpstr>How I Got Started with the Project</vt:lpstr>
      <vt:lpstr>PowerPoint Presentation</vt:lpstr>
      <vt:lpstr>PowerPoint Presentation</vt:lpstr>
      <vt:lpstr>Then I asked Codex to Provide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 Zhang</dc:creator>
  <cp:lastModifiedBy>Jin Zhang</cp:lastModifiedBy>
  <cp:revision>6</cp:revision>
  <dcterms:created xsi:type="dcterms:W3CDTF">2026-01-21T04:00:37Z</dcterms:created>
  <dcterms:modified xsi:type="dcterms:W3CDTF">2026-02-04T07:00:54Z</dcterms:modified>
</cp:coreProperties>
</file>